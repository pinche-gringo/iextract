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de-A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84" y="-1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9B690A-1DB0-4875-98BE-CFAB6DA96DE2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F9891-2C36-4547-BA62-B43DB0A8DDB1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E75F2E-144D-4CB4-98F2-C453F0A00473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D94A2A-53E7-4CC8-9C14-2ABA3F557667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15AE7B-3004-415C-BC04-6C7D92E321A8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18AF5D-689B-4BA7-9D77-28097A0B837F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3354A9-FE5E-4D14-836A-080FE777299D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CE8FF-185A-4712-B112-D87C44D33F1E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8E50EA-6ED8-4232-9F19-B0EA51F63DBA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DDFC95-14E0-4E49-96C0-A93B8DA3830D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FCC528-8A4E-4D16-933A-0534E44851F3}" type="slidenum">
              <a:rPr lang="de-AT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Textmasterformate durch Klicken bearbeiten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de-A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de-A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998F021-026C-4727-9EDA-612D04C6C085}" type="slidenum">
              <a:rPr lang="de-AT"/>
              <a:pPr/>
              <a:t>‹Nr.›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Entwurfsvorlage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3" baseType="lpstr">
      <vt:lpstr>Arial</vt:lpstr>
      <vt:lpstr>Standarddesign</vt:lpstr>
      <vt:lpstr>Folie 1</vt:lpstr>
    </vt:vector>
  </TitlesOfParts>
  <Manager>Manager</Manager>
  <Company>Kapsch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subject>Thema</dc:subject>
  <dc:creator>Markus Schwab</dc:creator>
  <cp:keywords>Stichwörter</cp:keywords>
  <dc:description>Kommentar</dc:description>
  <cp:lastModifiedBy>Markus Schwab</cp:lastModifiedBy>
  <cp:revision>1</cp:revision>
  <dcterms:created xsi:type="dcterms:W3CDTF">2008-08-26T12:59:27Z</dcterms:created>
  <dcterms:modified xsi:type="dcterms:W3CDTF">2008-08-26T13:02:40Z</dcterms:modified>
  <cp:category>Kategorie</cp:category>
</cp:coreProperties>
</file>